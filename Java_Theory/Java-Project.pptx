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312" r:id="rId7"/>
    <p:sldId id="262" r:id="rId8"/>
    <p:sldId id="313" r:id="rId9"/>
    <p:sldId id="263" r:id="rId10"/>
    <p:sldId id="314" r:id="rId11"/>
    <p:sldId id="264" r:id="rId12"/>
    <p:sldId id="265" r:id="rId13"/>
    <p:sldId id="315" r:id="rId14"/>
    <p:sldId id="267" r:id="rId15"/>
    <p:sldId id="316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D16B82-68E9-4CE5-B82F-4F2A2B0FC7CC}">
  <a:tblStyle styleId="{62D16B82-68E9-4CE5-B82F-4F2A2B0FC7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53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880bcb85c6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880bcb85c6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880bcb85c6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880bcb85c6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179c31db71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179c31db71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8200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8a0eaa150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8a0eaa150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8a0eaa150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8a0eaa150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926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8a0eaa150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8a0eaa150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8a0eaa150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8a0eaa150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139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8a0eaa150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8a0eaa150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8a0eaa15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8a0eaa15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8a0eaa15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8a0eaa15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842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8a0eaa150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8a0eaa150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8a0eaa150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8a0eaa150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2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95550" y="2437150"/>
            <a:ext cx="631500" cy="721150"/>
            <a:chOff x="6533825" y="4313425"/>
            <a:chExt cx="631500" cy="721150"/>
          </a:xfrm>
        </p:grpSpPr>
        <p:sp>
          <p:nvSpPr>
            <p:cNvPr id="10" name="Google Shape;10;p2"/>
            <p:cNvSpPr/>
            <p:nvPr/>
          </p:nvSpPr>
          <p:spPr>
            <a:xfrm>
              <a:off x="6965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65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65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965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65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1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21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1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1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1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09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109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09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9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77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677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77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77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77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3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3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533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3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33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36" name="Google Shape;36;p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2244842" y="4599425"/>
            <a:ext cx="4489475" cy="193775"/>
            <a:chOff x="1784500" y="1867350"/>
            <a:chExt cx="4489475" cy="193775"/>
          </a:xfrm>
        </p:grpSpPr>
        <p:sp>
          <p:nvSpPr>
            <p:cNvPr id="49" name="Google Shape;49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2328517" y="345725"/>
            <a:ext cx="4489475" cy="193775"/>
            <a:chOff x="1784500" y="1867350"/>
            <a:chExt cx="4489475" cy="193775"/>
          </a:xfrm>
        </p:grpSpPr>
        <p:sp>
          <p:nvSpPr>
            <p:cNvPr id="53" name="Google Shape;53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1986214" y="3423425"/>
            <a:ext cx="5174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3"/>
          <p:cNvGrpSpPr/>
          <p:nvPr/>
        </p:nvGrpSpPr>
        <p:grpSpPr>
          <a:xfrm>
            <a:off x="3941292" y="345725"/>
            <a:ext cx="4489475" cy="193775"/>
            <a:chOff x="1784500" y="1867350"/>
            <a:chExt cx="4489475" cy="193775"/>
          </a:xfrm>
        </p:grpSpPr>
        <p:sp>
          <p:nvSpPr>
            <p:cNvPr id="60" name="Google Shape;60;p3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3"/>
          <p:cNvGrpSpPr/>
          <p:nvPr/>
        </p:nvGrpSpPr>
        <p:grpSpPr>
          <a:xfrm rot="10800000">
            <a:off x="-1421297" y="-502690"/>
            <a:ext cx="3382300" cy="1993950"/>
            <a:chOff x="1317925" y="2802775"/>
            <a:chExt cx="3382300" cy="1993950"/>
          </a:xfrm>
        </p:grpSpPr>
        <p:sp>
          <p:nvSpPr>
            <p:cNvPr id="64" name="Google Shape;64;p3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5640400" y="4566944"/>
            <a:ext cx="2790375" cy="64975"/>
            <a:chOff x="5954300" y="4334988"/>
            <a:chExt cx="2790375" cy="64975"/>
          </a:xfrm>
        </p:grpSpPr>
        <p:sp>
          <p:nvSpPr>
            <p:cNvPr id="77" name="Google Shape;77;p3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3830600" y="2368950"/>
            <a:ext cx="4599600" cy="8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title" idx="2" hasCustomPrompt="1"/>
          </p:nvPr>
        </p:nvSpPr>
        <p:spPr>
          <a:xfrm>
            <a:off x="6554875" y="971663"/>
            <a:ext cx="1875900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9" name="Google Shape;99;p3"/>
          <p:cNvSpPr txBox="1">
            <a:spLocks noGrp="1"/>
          </p:cNvSpPr>
          <p:nvPr>
            <p:ph type="subTitle" idx="1"/>
          </p:nvPr>
        </p:nvSpPr>
        <p:spPr>
          <a:xfrm>
            <a:off x="3830600" y="3219025"/>
            <a:ext cx="4599600" cy="4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 flipH="1">
            <a:off x="7919517" y="3983460"/>
            <a:ext cx="1895833" cy="1895866"/>
            <a:chOff x="3835450" y="-252000"/>
            <a:chExt cx="1445325" cy="1445350"/>
          </a:xfrm>
        </p:grpSpPr>
        <p:sp>
          <p:nvSpPr>
            <p:cNvPr id="142" name="Google Shape;142;p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5"/>
          <p:cNvGrpSpPr/>
          <p:nvPr/>
        </p:nvGrpSpPr>
        <p:grpSpPr>
          <a:xfrm flipH="1">
            <a:off x="-1513236" y="3983450"/>
            <a:ext cx="3382300" cy="1993950"/>
            <a:chOff x="1317925" y="2802775"/>
            <a:chExt cx="3382300" cy="1993950"/>
          </a:xfrm>
        </p:grpSpPr>
        <p:sp>
          <p:nvSpPr>
            <p:cNvPr id="148" name="Google Shape;148;p5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-1021739" y="0"/>
            <a:ext cx="1734954" cy="1734954"/>
            <a:chOff x="6340050" y="754850"/>
            <a:chExt cx="1595800" cy="1595800"/>
          </a:xfrm>
        </p:grpSpPr>
        <p:sp>
          <p:nvSpPr>
            <p:cNvPr id="161" name="Google Shape;161;p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 flipH="1">
            <a:off x="7855963" y="-320208"/>
            <a:ext cx="1604419" cy="1604360"/>
            <a:chOff x="-74975" y="157600"/>
            <a:chExt cx="1604419" cy="1604360"/>
          </a:xfrm>
        </p:grpSpPr>
        <p:sp>
          <p:nvSpPr>
            <p:cNvPr id="165" name="Google Shape;165;p5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1409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47463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>
            <a:spLocks noGrp="1"/>
          </p:cNvSpPr>
          <p:nvPr>
            <p:ph type="body" idx="1"/>
          </p:nvPr>
        </p:nvSpPr>
        <p:spPr>
          <a:xfrm>
            <a:off x="872100" y="1796825"/>
            <a:ext cx="3923700" cy="21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7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7" name="Google Shape;207;p7"/>
          <p:cNvGrpSpPr/>
          <p:nvPr/>
        </p:nvGrpSpPr>
        <p:grpSpPr>
          <a:xfrm flipH="1">
            <a:off x="2327258" y="4599425"/>
            <a:ext cx="4489475" cy="193775"/>
            <a:chOff x="1784500" y="1867350"/>
            <a:chExt cx="4489475" cy="193775"/>
          </a:xfrm>
        </p:grpSpPr>
        <p:sp>
          <p:nvSpPr>
            <p:cNvPr id="208" name="Google Shape;208;p7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245325" y="539500"/>
            <a:ext cx="199875" cy="721150"/>
            <a:chOff x="188762" y="539500"/>
            <a:chExt cx="199875" cy="721150"/>
          </a:xfrm>
        </p:grpSpPr>
        <p:sp>
          <p:nvSpPr>
            <p:cNvPr id="212" name="Google Shape;212;p7"/>
            <p:cNvSpPr/>
            <p:nvPr/>
          </p:nvSpPr>
          <p:spPr>
            <a:xfrm flipH="1">
              <a:off x="332387" y="12044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 flipH="1">
              <a:off x="332387" y="1037975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flipH="1">
              <a:off x="332387" y="872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 flipH="1">
              <a:off x="332387" y="7059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 flipH="1">
              <a:off x="332387" y="5395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 flipH="1">
              <a:off x="188762" y="12044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 flipH="1">
              <a:off x="188762" y="1037975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 flipH="1">
              <a:off x="188762" y="872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 flipH="1">
              <a:off x="188762" y="7059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 flipH="1">
              <a:off x="188762" y="5395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>
            <a:spLocks noGrp="1"/>
          </p:cNvSpPr>
          <p:nvPr>
            <p:ph type="title"/>
          </p:nvPr>
        </p:nvSpPr>
        <p:spPr>
          <a:xfrm>
            <a:off x="1785600" y="1436400"/>
            <a:ext cx="5572800" cy="22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24" name="Google Shape;224;p8"/>
          <p:cNvGrpSpPr/>
          <p:nvPr/>
        </p:nvGrpSpPr>
        <p:grpSpPr>
          <a:xfrm>
            <a:off x="2327254" y="345725"/>
            <a:ext cx="4489475" cy="193775"/>
            <a:chOff x="1784500" y="1867350"/>
            <a:chExt cx="4489475" cy="193775"/>
          </a:xfrm>
        </p:grpSpPr>
        <p:sp>
          <p:nvSpPr>
            <p:cNvPr id="225" name="Google Shape;225;p8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8"/>
          <p:cNvGrpSpPr/>
          <p:nvPr/>
        </p:nvGrpSpPr>
        <p:grpSpPr>
          <a:xfrm>
            <a:off x="-1796498" y="2571754"/>
            <a:ext cx="2791286" cy="2599651"/>
            <a:chOff x="-1466486" y="2736279"/>
            <a:chExt cx="2791286" cy="2599651"/>
          </a:xfrm>
        </p:grpSpPr>
        <p:sp>
          <p:nvSpPr>
            <p:cNvPr id="229" name="Google Shape;229;p8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" name="Google Shape;230;p8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231" name="Google Shape;231;p8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3" name="Google Shape;233;p8"/>
          <p:cNvGrpSpPr/>
          <p:nvPr/>
        </p:nvGrpSpPr>
        <p:grpSpPr>
          <a:xfrm>
            <a:off x="245325" y="539500"/>
            <a:ext cx="199875" cy="721150"/>
            <a:chOff x="188762" y="539500"/>
            <a:chExt cx="199875" cy="721150"/>
          </a:xfrm>
        </p:grpSpPr>
        <p:sp>
          <p:nvSpPr>
            <p:cNvPr id="234" name="Google Shape;234;p8"/>
            <p:cNvSpPr/>
            <p:nvPr/>
          </p:nvSpPr>
          <p:spPr>
            <a:xfrm flipH="1">
              <a:off x="332387" y="12044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 flipH="1">
              <a:off x="332387" y="1037975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 flipH="1">
              <a:off x="332387" y="872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 flipH="1">
              <a:off x="332387" y="7059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 flipH="1">
              <a:off x="332387" y="5395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 flipH="1">
              <a:off x="188762" y="12044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 flipH="1">
              <a:off x="188762" y="1037975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 flipH="1">
              <a:off x="188762" y="872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 flipH="1">
              <a:off x="188762" y="7059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 flipH="1">
              <a:off x="188762" y="5395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8"/>
          <p:cNvGrpSpPr/>
          <p:nvPr/>
        </p:nvGrpSpPr>
        <p:grpSpPr>
          <a:xfrm>
            <a:off x="1867687" y="4204297"/>
            <a:ext cx="1895833" cy="1895866"/>
            <a:chOff x="3835450" y="-252000"/>
            <a:chExt cx="1445325" cy="1445350"/>
          </a:xfrm>
        </p:grpSpPr>
        <p:sp>
          <p:nvSpPr>
            <p:cNvPr id="245" name="Google Shape;245;p8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13"/>
          <p:cNvGrpSpPr/>
          <p:nvPr/>
        </p:nvGrpSpPr>
        <p:grpSpPr>
          <a:xfrm>
            <a:off x="8430750" y="407034"/>
            <a:ext cx="2691676" cy="2691631"/>
            <a:chOff x="5165750" y="-1146341"/>
            <a:chExt cx="2691676" cy="2691631"/>
          </a:xfrm>
        </p:grpSpPr>
        <p:sp>
          <p:nvSpPr>
            <p:cNvPr id="308" name="Google Shape;308;p13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13"/>
          <p:cNvGrpSpPr/>
          <p:nvPr/>
        </p:nvGrpSpPr>
        <p:grpSpPr>
          <a:xfrm>
            <a:off x="5640400" y="4828856"/>
            <a:ext cx="2790375" cy="64975"/>
            <a:chOff x="5954300" y="4334988"/>
            <a:chExt cx="2790375" cy="64975"/>
          </a:xfrm>
        </p:grpSpPr>
        <p:sp>
          <p:nvSpPr>
            <p:cNvPr id="318" name="Google Shape;318;p13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3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13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339" name="Google Shape;339;p13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13"/>
          <p:cNvSpPr txBox="1">
            <a:spLocks noGrp="1"/>
          </p:cNvSpPr>
          <p:nvPr>
            <p:ph type="title" hasCustomPrompt="1"/>
          </p:nvPr>
        </p:nvSpPr>
        <p:spPr>
          <a:xfrm>
            <a:off x="713237" y="1643098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9" name="Google Shape;349;p13"/>
          <p:cNvSpPr txBox="1">
            <a:spLocks noGrp="1"/>
          </p:cNvSpPr>
          <p:nvPr>
            <p:ph type="subTitle" idx="1"/>
          </p:nvPr>
        </p:nvSpPr>
        <p:spPr>
          <a:xfrm>
            <a:off x="1627650" y="1916787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3"/>
          <p:cNvSpPr txBox="1">
            <a:spLocks noGrp="1"/>
          </p:cNvSpPr>
          <p:nvPr>
            <p:ph type="title" idx="2" hasCustomPrompt="1"/>
          </p:nvPr>
        </p:nvSpPr>
        <p:spPr>
          <a:xfrm>
            <a:off x="4064061" y="1643098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3"/>
          </p:nvPr>
        </p:nvSpPr>
        <p:spPr>
          <a:xfrm>
            <a:off x="4978460" y="1916787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title" idx="4" hasCustomPrompt="1"/>
          </p:nvPr>
        </p:nvSpPr>
        <p:spPr>
          <a:xfrm>
            <a:off x="2055937" y="3136035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5"/>
          </p:nvPr>
        </p:nvSpPr>
        <p:spPr>
          <a:xfrm>
            <a:off x="2970350" y="3414200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title" idx="6" hasCustomPrompt="1"/>
          </p:nvPr>
        </p:nvSpPr>
        <p:spPr>
          <a:xfrm>
            <a:off x="5406761" y="3136035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5" name="Google Shape;355;p13"/>
          <p:cNvSpPr txBox="1">
            <a:spLocks noGrp="1"/>
          </p:cNvSpPr>
          <p:nvPr>
            <p:ph type="subTitle" idx="7"/>
          </p:nvPr>
        </p:nvSpPr>
        <p:spPr>
          <a:xfrm>
            <a:off x="6321160" y="3414200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subTitle" idx="8"/>
          </p:nvPr>
        </p:nvSpPr>
        <p:spPr>
          <a:xfrm>
            <a:off x="1627650" y="1565638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13"/>
          <p:cNvSpPr txBox="1">
            <a:spLocks noGrp="1"/>
          </p:cNvSpPr>
          <p:nvPr>
            <p:ph type="subTitle" idx="9"/>
          </p:nvPr>
        </p:nvSpPr>
        <p:spPr>
          <a:xfrm>
            <a:off x="4978476" y="1565638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13"/>
          </p:nvPr>
        </p:nvSpPr>
        <p:spPr>
          <a:xfrm>
            <a:off x="2970350" y="3058449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14"/>
          </p:nvPr>
        </p:nvSpPr>
        <p:spPr>
          <a:xfrm>
            <a:off x="6321176" y="3058449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15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 txBox="1">
            <a:spLocks noGrp="1"/>
          </p:cNvSpPr>
          <p:nvPr>
            <p:ph type="subTitle" idx="1"/>
          </p:nvPr>
        </p:nvSpPr>
        <p:spPr>
          <a:xfrm>
            <a:off x="872100" y="2790875"/>
            <a:ext cx="4359600" cy="7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5"/>
          <p:cNvSpPr txBox="1">
            <a:spLocks noGrp="1"/>
          </p:cNvSpPr>
          <p:nvPr>
            <p:ph type="title"/>
          </p:nvPr>
        </p:nvSpPr>
        <p:spPr>
          <a:xfrm>
            <a:off x="872100" y="1370375"/>
            <a:ext cx="4359600" cy="149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99" name="Google Shape;399;p15"/>
          <p:cNvGrpSpPr/>
          <p:nvPr/>
        </p:nvGrpSpPr>
        <p:grpSpPr>
          <a:xfrm>
            <a:off x="872100" y="4492283"/>
            <a:ext cx="1351125" cy="232319"/>
            <a:chOff x="5486725" y="543869"/>
            <a:chExt cx="1351125" cy="232319"/>
          </a:xfrm>
        </p:grpSpPr>
        <p:sp>
          <p:nvSpPr>
            <p:cNvPr id="400" name="Google Shape;400;p15"/>
            <p:cNvSpPr/>
            <p:nvPr/>
          </p:nvSpPr>
          <p:spPr>
            <a:xfrm>
              <a:off x="6637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5918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5918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637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6494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5774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5774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6494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6782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6062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062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6782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6349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5630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5630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6349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6206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5486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5486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6206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 flipH="1">
            <a:off x="571483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19"/>
          <p:cNvGrpSpPr/>
          <p:nvPr/>
        </p:nvGrpSpPr>
        <p:grpSpPr>
          <a:xfrm>
            <a:off x="-1978450" y="1225934"/>
            <a:ext cx="2691676" cy="2691631"/>
            <a:chOff x="5165750" y="-1146341"/>
            <a:chExt cx="2691676" cy="2691631"/>
          </a:xfrm>
        </p:grpSpPr>
        <p:sp>
          <p:nvSpPr>
            <p:cNvPr id="531" name="Google Shape;531;p19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9"/>
          <p:cNvGrpSpPr/>
          <p:nvPr/>
        </p:nvGrpSpPr>
        <p:grpSpPr>
          <a:xfrm>
            <a:off x="8430782" y="539079"/>
            <a:ext cx="2471175" cy="2747975"/>
            <a:chOff x="7398357" y="-662077"/>
            <a:chExt cx="2471175" cy="2747975"/>
          </a:xfrm>
        </p:grpSpPr>
        <p:sp>
          <p:nvSpPr>
            <p:cNvPr id="541" name="Google Shape;541;p19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9"/>
          <p:cNvSpPr txBox="1">
            <a:spLocks noGrp="1"/>
          </p:cNvSpPr>
          <p:nvPr>
            <p:ph type="subTitle" idx="1"/>
          </p:nvPr>
        </p:nvSpPr>
        <p:spPr>
          <a:xfrm>
            <a:off x="149035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9"/>
          <p:cNvSpPr txBox="1">
            <a:spLocks noGrp="1"/>
          </p:cNvSpPr>
          <p:nvPr>
            <p:ph type="subTitle" idx="2"/>
          </p:nvPr>
        </p:nvSpPr>
        <p:spPr>
          <a:xfrm>
            <a:off x="502150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8" name="Google Shape;548;p19"/>
          <p:cNvSpPr txBox="1">
            <a:spLocks noGrp="1"/>
          </p:cNvSpPr>
          <p:nvPr>
            <p:ph type="subTitle" idx="3"/>
          </p:nvPr>
        </p:nvSpPr>
        <p:spPr>
          <a:xfrm>
            <a:off x="1490350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19"/>
          <p:cNvSpPr txBox="1">
            <a:spLocks noGrp="1"/>
          </p:cNvSpPr>
          <p:nvPr>
            <p:ph type="subTitle" idx="4"/>
          </p:nvPr>
        </p:nvSpPr>
        <p:spPr>
          <a:xfrm>
            <a:off x="5021501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9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3"/>
          <p:cNvGrpSpPr/>
          <p:nvPr/>
        </p:nvGrpSpPr>
        <p:grpSpPr>
          <a:xfrm flipH="1">
            <a:off x="2327254" y="4599425"/>
            <a:ext cx="4489475" cy="193775"/>
            <a:chOff x="1784500" y="1867350"/>
            <a:chExt cx="4489475" cy="193775"/>
          </a:xfrm>
        </p:grpSpPr>
        <p:sp>
          <p:nvSpPr>
            <p:cNvPr id="636" name="Google Shape;636;p23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3"/>
          <p:cNvGrpSpPr/>
          <p:nvPr/>
        </p:nvGrpSpPr>
        <p:grpSpPr>
          <a:xfrm rot="10800000" flipH="1">
            <a:off x="7381130" y="-502690"/>
            <a:ext cx="3382300" cy="1993950"/>
            <a:chOff x="1317925" y="2802775"/>
            <a:chExt cx="3382300" cy="1993950"/>
          </a:xfrm>
        </p:grpSpPr>
        <p:sp>
          <p:nvSpPr>
            <p:cNvPr id="640" name="Google Shape;640;p23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23"/>
          <p:cNvGrpSpPr/>
          <p:nvPr/>
        </p:nvGrpSpPr>
        <p:grpSpPr>
          <a:xfrm>
            <a:off x="-1021726" y="1704275"/>
            <a:ext cx="1734954" cy="1734954"/>
            <a:chOff x="6340050" y="754850"/>
            <a:chExt cx="1595800" cy="1595800"/>
          </a:xfrm>
        </p:grpSpPr>
        <p:sp>
          <p:nvSpPr>
            <p:cNvPr id="653" name="Google Shape;653;p23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23"/>
          <p:cNvSpPr txBox="1">
            <a:spLocks noGrp="1"/>
          </p:cNvSpPr>
          <p:nvPr>
            <p:ph type="subTitle" idx="1"/>
          </p:nvPr>
        </p:nvSpPr>
        <p:spPr>
          <a:xfrm>
            <a:off x="1235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7" name="Google Shape;657;p23"/>
          <p:cNvSpPr txBox="1">
            <a:spLocks noGrp="1"/>
          </p:cNvSpPr>
          <p:nvPr>
            <p:ph type="subTitle" idx="2"/>
          </p:nvPr>
        </p:nvSpPr>
        <p:spPr>
          <a:xfrm>
            <a:off x="1235850" y="2881226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23"/>
          <p:cNvSpPr txBox="1">
            <a:spLocks noGrp="1"/>
          </p:cNvSpPr>
          <p:nvPr>
            <p:ph type="subTitle" idx="3"/>
          </p:nvPr>
        </p:nvSpPr>
        <p:spPr>
          <a:xfrm>
            <a:off x="3614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23"/>
          <p:cNvSpPr txBox="1">
            <a:spLocks noGrp="1"/>
          </p:cNvSpPr>
          <p:nvPr>
            <p:ph type="subTitle" idx="4"/>
          </p:nvPr>
        </p:nvSpPr>
        <p:spPr>
          <a:xfrm>
            <a:off x="5993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23"/>
          <p:cNvSpPr txBox="1">
            <a:spLocks noGrp="1"/>
          </p:cNvSpPr>
          <p:nvPr>
            <p:ph type="subTitle" idx="5"/>
          </p:nvPr>
        </p:nvSpPr>
        <p:spPr>
          <a:xfrm>
            <a:off x="3614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1" name="Google Shape;661;p23"/>
          <p:cNvSpPr txBox="1">
            <a:spLocks noGrp="1"/>
          </p:cNvSpPr>
          <p:nvPr>
            <p:ph type="subTitle" idx="6"/>
          </p:nvPr>
        </p:nvSpPr>
        <p:spPr>
          <a:xfrm>
            <a:off x="5993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2" name="Google Shape;662;p23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/>
          <p:nvPr/>
        </p:nvSpPr>
        <p:spPr>
          <a:xfrm>
            <a:off x="-1156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4"/>
          <p:cNvGrpSpPr/>
          <p:nvPr/>
        </p:nvGrpSpPr>
        <p:grpSpPr>
          <a:xfrm flipH="1">
            <a:off x="-1995452" y="407034"/>
            <a:ext cx="2691676" cy="2691631"/>
            <a:chOff x="5165750" y="-1146341"/>
            <a:chExt cx="2691676" cy="2691631"/>
          </a:xfrm>
        </p:grpSpPr>
        <p:sp>
          <p:nvSpPr>
            <p:cNvPr id="666" name="Google Shape;666;p24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24"/>
          <p:cNvGrpSpPr/>
          <p:nvPr/>
        </p:nvGrpSpPr>
        <p:grpSpPr>
          <a:xfrm>
            <a:off x="5628833" y="4828856"/>
            <a:ext cx="2790375" cy="64975"/>
            <a:chOff x="5954300" y="4334988"/>
            <a:chExt cx="2790375" cy="64975"/>
          </a:xfrm>
        </p:grpSpPr>
        <p:sp>
          <p:nvSpPr>
            <p:cNvPr id="676" name="Google Shape;676;p24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24"/>
          <p:cNvGrpSpPr/>
          <p:nvPr/>
        </p:nvGrpSpPr>
        <p:grpSpPr>
          <a:xfrm flipH="1">
            <a:off x="7841608" y="-320208"/>
            <a:ext cx="1604419" cy="1604360"/>
            <a:chOff x="-74975" y="157600"/>
            <a:chExt cx="1604419" cy="1604360"/>
          </a:xfrm>
        </p:grpSpPr>
        <p:sp>
          <p:nvSpPr>
            <p:cNvPr id="697" name="Google Shape;697;p24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4"/>
          <p:cNvSpPr txBox="1">
            <a:spLocks noGrp="1"/>
          </p:cNvSpPr>
          <p:nvPr>
            <p:ph type="subTitle" idx="1"/>
          </p:nvPr>
        </p:nvSpPr>
        <p:spPr>
          <a:xfrm>
            <a:off x="2314613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7" name="Google Shape;707;p24"/>
          <p:cNvSpPr txBox="1">
            <a:spLocks noGrp="1"/>
          </p:cNvSpPr>
          <p:nvPr>
            <p:ph type="subTitle" idx="2"/>
          </p:nvPr>
        </p:nvSpPr>
        <p:spPr>
          <a:xfrm>
            <a:off x="2314613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4"/>
          <p:cNvSpPr txBox="1">
            <a:spLocks noGrp="1"/>
          </p:cNvSpPr>
          <p:nvPr>
            <p:ph type="subTitle" idx="3"/>
          </p:nvPr>
        </p:nvSpPr>
        <p:spPr>
          <a:xfrm>
            <a:off x="4937889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4"/>
          <p:cNvSpPr txBox="1">
            <a:spLocks noGrp="1"/>
          </p:cNvSpPr>
          <p:nvPr>
            <p:ph type="subTitle" idx="4"/>
          </p:nvPr>
        </p:nvSpPr>
        <p:spPr>
          <a:xfrm>
            <a:off x="2314613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4"/>
          <p:cNvSpPr txBox="1">
            <a:spLocks noGrp="1"/>
          </p:cNvSpPr>
          <p:nvPr>
            <p:ph type="subTitle" idx="5"/>
          </p:nvPr>
        </p:nvSpPr>
        <p:spPr>
          <a:xfrm>
            <a:off x="4937889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6"/>
          </p:nvPr>
        </p:nvSpPr>
        <p:spPr>
          <a:xfrm>
            <a:off x="2314613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2" name="Google Shape;712;p24"/>
          <p:cNvSpPr txBox="1">
            <a:spLocks noGrp="1"/>
          </p:cNvSpPr>
          <p:nvPr>
            <p:ph type="subTitle" idx="7"/>
          </p:nvPr>
        </p:nvSpPr>
        <p:spPr>
          <a:xfrm>
            <a:off x="4937887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3" name="Google Shape;713;p24"/>
          <p:cNvSpPr txBox="1">
            <a:spLocks noGrp="1"/>
          </p:cNvSpPr>
          <p:nvPr>
            <p:ph type="subTitle" idx="8"/>
          </p:nvPr>
        </p:nvSpPr>
        <p:spPr>
          <a:xfrm>
            <a:off x="4937887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4" name="Google Shape;714;p24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1"/>
          <p:cNvGrpSpPr/>
          <p:nvPr/>
        </p:nvGrpSpPr>
        <p:grpSpPr>
          <a:xfrm>
            <a:off x="8430750" y="1225934"/>
            <a:ext cx="2691676" cy="2691631"/>
            <a:chOff x="5165750" y="-1146341"/>
            <a:chExt cx="2691676" cy="2691631"/>
          </a:xfrm>
        </p:grpSpPr>
        <p:sp>
          <p:nvSpPr>
            <p:cNvPr id="1195" name="Google Shape;1195;p41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713225" y="4828856"/>
            <a:ext cx="2790375" cy="64975"/>
            <a:chOff x="5954300" y="4334988"/>
            <a:chExt cx="2790375" cy="64975"/>
          </a:xfrm>
        </p:grpSpPr>
        <p:sp>
          <p:nvSpPr>
            <p:cNvPr id="1205" name="Google Shape;1205;p41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1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1226" name="Google Shape;1226;p41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4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1237" name="Google Shape;1237;p4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2"/>
          <p:cNvGrpSpPr/>
          <p:nvPr/>
        </p:nvGrpSpPr>
        <p:grpSpPr>
          <a:xfrm flipH="1">
            <a:off x="2244842" y="345725"/>
            <a:ext cx="4489475" cy="193775"/>
            <a:chOff x="1784500" y="1867350"/>
            <a:chExt cx="4489475" cy="193775"/>
          </a:xfrm>
        </p:grpSpPr>
        <p:sp>
          <p:nvSpPr>
            <p:cNvPr id="1250" name="Google Shape;1250;p4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2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8450"/>
            <a:ext cx="77175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5" r:id="rId9"/>
    <p:sldLayoutId id="2147483669" r:id="rId10"/>
    <p:sldLayoutId id="2147483670" r:id="rId11"/>
    <p:sldLayoutId id="2147483687" r:id="rId12"/>
    <p:sldLayoutId id="214748368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F0000"/>
          </p15:clr>
        </p15:guide>
        <p15:guide id="2" pos="2880">
          <p15:clr>
            <a:srgbClr val="FF0000"/>
          </p15:clr>
        </p15:guide>
        <p15:guide id="3" pos="449">
          <p15:clr>
            <a:srgbClr val="FF0000"/>
          </p15:clr>
        </p15:guide>
        <p15:guide id="4" pos="5311">
          <p15:clr>
            <a:srgbClr val="FF0000"/>
          </p15:clr>
        </p15:guide>
        <p15:guide id="5" orient="horz" pos="340">
          <p15:clr>
            <a:srgbClr val="FF0000"/>
          </p15:clr>
        </p15:guide>
        <p15:guide id="6" orient="horz" pos="2897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1794579" y="1122802"/>
            <a:ext cx="5364882" cy="23245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Management </a:t>
            </a:r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6" name="Google Shape;1266;p46"/>
          <p:cNvGrpSpPr/>
          <p:nvPr/>
        </p:nvGrpSpPr>
        <p:grpSpPr>
          <a:xfrm>
            <a:off x="-401238" y="-505328"/>
            <a:ext cx="1895833" cy="1895866"/>
            <a:chOff x="3835450" y="-252000"/>
            <a:chExt cx="1445325" cy="1445350"/>
          </a:xfrm>
        </p:grpSpPr>
        <p:sp>
          <p:nvSpPr>
            <p:cNvPr id="1267" name="Google Shape;1267;p46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46"/>
          <p:cNvGrpSpPr/>
          <p:nvPr/>
        </p:nvGrpSpPr>
        <p:grpSpPr>
          <a:xfrm>
            <a:off x="7626957" y="-966877"/>
            <a:ext cx="2471175" cy="2747975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-1466486" y="2736279"/>
            <a:ext cx="2791286" cy="2599651"/>
            <a:chOff x="-1466486" y="2736279"/>
            <a:chExt cx="2791286" cy="2599651"/>
          </a:xfrm>
        </p:grpSpPr>
        <p:sp>
          <p:nvSpPr>
            <p:cNvPr id="1279" name="Google Shape;1279;p46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C0980D-A32B-18F2-9DB0-202441FA9088}"/>
              </a:ext>
            </a:extLst>
          </p:cNvPr>
          <p:cNvCxnSpPr>
            <a:cxnSpLocks/>
          </p:cNvCxnSpPr>
          <p:nvPr/>
        </p:nvCxnSpPr>
        <p:spPr>
          <a:xfrm>
            <a:off x="1794579" y="3897165"/>
            <a:ext cx="53648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8"/>
          <p:cNvSpPr txBox="1">
            <a:spLocks noGrp="1"/>
          </p:cNvSpPr>
          <p:nvPr>
            <p:ph type="title" idx="15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A7CADB-6E65-C4B1-26A8-46F9B2C64CA2}"/>
              </a:ext>
            </a:extLst>
          </p:cNvPr>
          <p:cNvSpPr/>
          <p:nvPr/>
        </p:nvSpPr>
        <p:spPr>
          <a:xfrm>
            <a:off x="1616299" y="1395729"/>
            <a:ext cx="2884867" cy="2790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l" rtl="0" fontAlgn="t"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 dirty="0">
              <a:effectLst/>
              <a:highlight>
                <a:srgbClr val="233251"/>
              </a:highlight>
              <a:latin typeface="Arial" panose="020B0604020202020204" pitchFamily="34" charset="0"/>
            </a:endParaRPr>
          </a:p>
          <a:p>
            <a:pPr marL="457200" marR="0" indent="-457200" algn="l" rtl="0" fontAlgn="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332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l" rtl="0" fontAlgn="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332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Motivation/Goal</a:t>
            </a:r>
            <a:endParaRPr lang="en-US" sz="20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l" rtl="0" fontAlgn="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332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0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l" rtl="0" fontAlgn="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332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0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 algn="l" rtl="0" fontAlgn="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332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0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59FB7B-2D46-6154-6818-400B10690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323" y="1536946"/>
            <a:ext cx="2247900" cy="27908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49"/>
          <p:cNvGrpSpPr/>
          <p:nvPr/>
        </p:nvGrpSpPr>
        <p:grpSpPr>
          <a:xfrm>
            <a:off x="7226478" y="3205402"/>
            <a:ext cx="1928874" cy="1928874"/>
            <a:chOff x="4486449" y="3513755"/>
            <a:chExt cx="1557050" cy="1557050"/>
          </a:xfrm>
        </p:grpSpPr>
        <p:sp>
          <p:nvSpPr>
            <p:cNvPr id="1317" name="Google Shape;1317;p49"/>
            <p:cNvSpPr/>
            <p:nvPr/>
          </p:nvSpPr>
          <p:spPr>
            <a:xfrm>
              <a:off x="4797623" y="3825318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9"/>
            <p:cNvSpPr/>
            <p:nvPr/>
          </p:nvSpPr>
          <p:spPr>
            <a:xfrm>
              <a:off x="4970497" y="4011092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49"/>
            <p:cNvSpPr/>
            <p:nvPr/>
          </p:nvSpPr>
          <p:spPr>
            <a:xfrm>
              <a:off x="5181371" y="4222341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9"/>
            <p:cNvSpPr/>
            <p:nvPr/>
          </p:nvSpPr>
          <p:spPr>
            <a:xfrm>
              <a:off x="5081821" y="4109518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21;p49"/>
            <p:cNvSpPr/>
            <p:nvPr/>
          </p:nvSpPr>
          <p:spPr>
            <a:xfrm>
              <a:off x="4486449" y="351375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23" name="Google Shape;1323;p49"/>
          <p:cNvGrpSpPr/>
          <p:nvPr/>
        </p:nvGrpSpPr>
        <p:grpSpPr>
          <a:xfrm rot="2700000">
            <a:off x="7139431" y="1482028"/>
            <a:ext cx="1895833" cy="1895866"/>
            <a:chOff x="3835450" y="-252000"/>
            <a:chExt cx="1445325" cy="1445350"/>
          </a:xfrm>
        </p:grpSpPr>
        <p:sp>
          <p:nvSpPr>
            <p:cNvPr id="1324" name="Google Shape;1324;p49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9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9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9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9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CF4AA7B-D3EA-D32E-77C0-D58198AE34A2}"/>
              </a:ext>
            </a:extLst>
          </p:cNvPr>
          <p:cNvSpPr/>
          <p:nvPr/>
        </p:nvSpPr>
        <p:spPr>
          <a:xfrm>
            <a:off x="0" y="0"/>
            <a:ext cx="9143999" cy="16072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527D2-7A99-DE30-F479-54C702492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27" y="149987"/>
            <a:ext cx="3400425" cy="14573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2F277-EEA1-2D4B-998D-FCA3A57B6EF4}"/>
              </a:ext>
            </a:extLst>
          </p:cNvPr>
          <p:cNvSpPr/>
          <p:nvPr/>
        </p:nvSpPr>
        <p:spPr>
          <a:xfrm>
            <a:off x="445827" y="2137572"/>
            <a:ext cx="2933167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Mohammed </a:t>
            </a:r>
            <a:r>
              <a:rPr lang="en-US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Ashikur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Southeast University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E53621-EA3C-05D7-E6CF-079808FE9ED5}"/>
              </a:ext>
            </a:extLst>
          </p:cNvPr>
          <p:cNvSpPr/>
          <p:nvPr/>
        </p:nvSpPr>
        <p:spPr>
          <a:xfrm>
            <a:off x="3846252" y="2137572"/>
            <a:ext cx="293316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endParaRPr lang="en-US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753951-1D6F-AA65-38B7-BB7B4DF81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18759"/>
              </p:ext>
            </p:extLst>
          </p:nvPr>
        </p:nvGraphicFramePr>
        <p:xfrm>
          <a:off x="3982533" y="2593205"/>
          <a:ext cx="2933168" cy="2042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6584">
                  <a:extLst>
                    <a:ext uri="{9D8B030D-6E8A-4147-A177-3AD203B41FA5}">
                      <a16:colId xmlns:a16="http://schemas.microsoft.com/office/drawing/2014/main" val="3310223591"/>
                    </a:ext>
                  </a:extLst>
                </a:gridCol>
                <a:gridCol w="1466584">
                  <a:extLst>
                    <a:ext uri="{9D8B030D-6E8A-4147-A177-3AD203B41FA5}">
                      <a16:colId xmlns:a16="http://schemas.microsoft.com/office/drawing/2014/main" val="2294919163"/>
                    </a:ext>
                  </a:extLst>
                </a:gridCol>
              </a:tblGrid>
              <a:tr h="2059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95000"/>
                            </a:schemeClr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accent6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85000"/>
                            </a:schemeClr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accent6">
                            <a:lumMod val="8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170881"/>
                  </a:ext>
                </a:extLst>
              </a:tr>
              <a:tr h="350171">
                <a:tc>
                  <a:txBody>
                    <a:bodyPr/>
                    <a:lstStyle/>
                    <a:p>
                      <a:r>
                        <a:rPr lang="en-US" sz="1200" dirty="0"/>
                        <a:t>Jubair Abdullah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2023200000773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774932"/>
                  </a:ext>
                </a:extLst>
              </a:tr>
              <a:tr h="494359">
                <a:tc>
                  <a:txBody>
                    <a:bodyPr/>
                    <a:lstStyle/>
                    <a:p>
                      <a:r>
                        <a:rPr lang="en-US" sz="1200" dirty="0"/>
                        <a:t>Muhammad </a:t>
                      </a:r>
                      <a:r>
                        <a:rPr lang="en-US" sz="1200" dirty="0" err="1"/>
                        <a:t>Faujul</a:t>
                      </a:r>
                      <a:r>
                        <a:rPr lang="en-US" sz="1200" dirty="0"/>
                        <a:t> Kabir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2023200000794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072716"/>
                  </a:ext>
                </a:extLst>
              </a:tr>
              <a:tr h="494359">
                <a:tc>
                  <a:txBody>
                    <a:bodyPr/>
                    <a:lstStyle/>
                    <a:p>
                      <a:r>
                        <a:rPr lang="fi-FI" sz="1200" dirty="0"/>
                        <a:t>Md. Mahmud Hossain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 dirty="0"/>
                        <a:t>2023200000799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665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" name="Google Shape;1333;p50"/>
          <p:cNvGrpSpPr/>
          <p:nvPr/>
        </p:nvGrpSpPr>
        <p:grpSpPr>
          <a:xfrm>
            <a:off x="-502268" y="1143004"/>
            <a:ext cx="2471175" cy="2747975"/>
            <a:chOff x="7398357" y="-662077"/>
            <a:chExt cx="2471175" cy="2747975"/>
          </a:xfrm>
        </p:grpSpPr>
        <p:sp>
          <p:nvSpPr>
            <p:cNvPr id="1334" name="Google Shape;1334;p50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50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50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50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9" name="Google Shape;1339;p50"/>
          <p:cNvSpPr/>
          <p:nvPr/>
        </p:nvSpPr>
        <p:spPr>
          <a:xfrm>
            <a:off x="3830600" y="4061525"/>
            <a:ext cx="4599600" cy="10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0" name="Google Shape;1340;p50"/>
          <p:cNvSpPr txBox="1">
            <a:spLocks noGrp="1"/>
          </p:cNvSpPr>
          <p:nvPr>
            <p:ph type="title"/>
          </p:nvPr>
        </p:nvSpPr>
        <p:spPr>
          <a:xfrm>
            <a:off x="3830600" y="2368950"/>
            <a:ext cx="4599600" cy="8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1341" name="Google Shape;1341;p50"/>
          <p:cNvSpPr txBox="1">
            <a:spLocks noGrp="1"/>
          </p:cNvSpPr>
          <p:nvPr>
            <p:ph type="title" idx="2"/>
          </p:nvPr>
        </p:nvSpPr>
        <p:spPr>
          <a:xfrm>
            <a:off x="6554875" y="971663"/>
            <a:ext cx="1875900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343" name="Google Shape;1343;p50"/>
          <p:cNvGrpSpPr/>
          <p:nvPr/>
        </p:nvGrpSpPr>
        <p:grpSpPr>
          <a:xfrm>
            <a:off x="1101424" y="3731950"/>
            <a:ext cx="1734954" cy="1734954"/>
            <a:chOff x="6340050" y="754850"/>
            <a:chExt cx="1595800" cy="1595800"/>
          </a:xfrm>
        </p:grpSpPr>
        <p:sp>
          <p:nvSpPr>
            <p:cNvPr id="1344" name="Google Shape;1344;p50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50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421513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0E99B1-5002-7318-DD68-99FEAEF1BA7D}"/>
              </a:ext>
            </a:extLst>
          </p:cNvPr>
          <p:cNvSpPr/>
          <p:nvPr/>
        </p:nvSpPr>
        <p:spPr>
          <a:xfrm>
            <a:off x="709868" y="1356852"/>
            <a:ext cx="5447584" cy="31512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</a:p>
          <a:p>
            <a:pPr algn="just"/>
            <a:endParaRPr lang="en-US" sz="1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console-based Bank Account Management System.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Functionality:</a:t>
            </a:r>
          </a:p>
          <a:p>
            <a:pPr lvl="7" algn="just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Admin: Create, delete, and list bank accounts.</a:t>
            </a:r>
          </a:p>
          <a:p>
            <a:pPr lvl="6" algn="just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Customer: Deposit, withdraw, transfer money, check balance, and view transaction history.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Focus: Four pillars of Object-Oriented Programming (OOP) in a practical, real-world application.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E3395-18D8-839A-556E-F3217957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42" y="1708969"/>
            <a:ext cx="2261419" cy="2261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421513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0E99B1-5002-7318-DD68-99FEAEF1BA7D}"/>
              </a:ext>
            </a:extLst>
          </p:cNvPr>
          <p:cNvSpPr/>
          <p:nvPr/>
        </p:nvSpPr>
        <p:spPr>
          <a:xfrm>
            <a:off x="709868" y="1356851"/>
            <a:ext cx="5447584" cy="3259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Four Pillars of OOP</a:t>
            </a:r>
          </a:p>
          <a:p>
            <a:pPr algn="just"/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Abstraction: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an abstract Account class and Transactable interface.</a:t>
            </a:r>
          </a:p>
          <a:p>
            <a:pPr algn="just"/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Encapsulation: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Protecting data (like balance) with private access and using public methods to interact with it.</a:t>
            </a:r>
          </a:p>
          <a:p>
            <a:pPr algn="just"/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Inheritance: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specialized accounts (Savings, Current, Student) that inherit common properties from the base Account class.</a:t>
            </a:r>
          </a:p>
          <a:p>
            <a:pPr algn="just"/>
            <a:endParaRPr lang="en-US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Polymorphism: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account type overrides the withdraw() method to implement its own unique business rules.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4EB644-8ECE-B1CD-CFE9-426C795701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80" r="15080"/>
          <a:stretch/>
        </p:blipFill>
        <p:spPr>
          <a:xfrm>
            <a:off x="6415549" y="1698075"/>
            <a:ext cx="2212258" cy="174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9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2"/>
          <p:cNvSpPr txBox="1">
            <a:spLocks noGrp="1"/>
          </p:cNvSpPr>
          <p:nvPr>
            <p:ph type="title"/>
          </p:nvPr>
        </p:nvSpPr>
        <p:spPr>
          <a:xfrm>
            <a:off x="872100" y="542345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Goal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9" name="Google Shape;1359;p52"/>
          <p:cNvSpPr txBox="1">
            <a:spLocks noGrp="1"/>
          </p:cNvSpPr>
          <p:nvPr>
            <p:ph type="body" idx="1"/>
          </p:nvPr>
        </p:nvSpPr>
        <p:spPr>
          <a:xfrm>
            <a:off x="872100" y="1304593"/>
            <a:ext cx="5042925" cy="2807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Why Did We Build This?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dirty="0"/>
              <a:t>The Problem with Manual Systems</a:t>
            </a:r>
            <a:r>
              <a:rPr lang="en-US" dirty="0"/>
              <a:t>:</a:t>
            </a:r>
          </a:p>
          <a:p>
            <a:pPr marL="742950" lvl="1" indent="-285750">
              <a:buSzPts val="1100"/>
            </a:pPr>
            <a:r>
              <a:rPr lang="en-US" dirty="0"/>
              <a:t>Prone to human errors and delays.</a:t>
            </a:r>
          </a:p>
          <a:p>
            <a:pPr marL="742950" lvl="1" indent="-285750">
              <a:buSzPts val="1100"/>
            </a:pPr>
            <a:r>
              <a:rPr lang="en-US" dirty="0"/>
              <a:t>Difficult to track transactions and enforce rules.</a:t>
            </a:r>
          </a:p>
          <a:p>
            <a:pPr marL="742950" lvl="1" indent="-285750">
              <a:buSzPts val="1100"/>
            </a:pPr>
            <a:r>
              <a:rPr lang="en-US" dirty="0"/>
              <a:t>No automated history or balance checks.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Our Goal: To build an automated, error-free, and efficient system that solves these problems.</a:t>
            </a:r>
          </a:p>
        </p:txBody>
      </p:sp>
      <p:grpSp>
        <p:nvGrpSpPr>
          <p:cNvPr id="1360" name="Google Shape;1360;p52"/>
          <p:cNvGrpSpPr/>
          <p:nvPr/>
        </p:nvGrpSpPr>
        <p:grpSpPr>
          <a:xfrm flipH="1">
            <a:off x="7035127" y="1713504"/>
            <a:ext cx="2791286" cy="2599651"/>
            <a:chOff x="-1466486" y="2736279"/>
            <a:chExt cx="2791286" cy="2599651"/>
          </a:xfrm>
        </p:grpSpPr>
        <p:sp>
          <p:nvSpPr>
            <p:cNvPr id="1361" name="Google Shape;1361;p52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2" name="Google Shape;1362;p52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363" name="Google Shape;1363;p52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2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2"/>
          <p:cNvSpPr txBox="1">
            <a:spLocks noGrp="1"/>
          </p:cNvSpPr>
          <p:nvPr>
            <p:ph type="title"/>
          </p:nvPr>
        </p:nvSpPr>
        <p:spPr>
          <a:xfrm>
            <a:off x="872100" y="542345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Goal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9" name="Google Shape;1359;p52"/>
          <p:cNvSpPr txBox="1">
            <a:spLocks noGrp="1"/>
          </p:cNvSpPr>
          <p:nvPr>
            <p:ph type="body" idx="1"/>
          </p:nvPr>
        </p:nvSpPr>
        <p:spPr>
          <a:xfrm>
            <a:off x="872099" y="1304593"/>
            <a:ext cx="5221519" cy="3008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What Does Our System Solve?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Automates key banking operations.</a:t>
            </a:r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Enforces critical business rules automatically:</a:t>
            </a:r>
          </a:p>
          <a:p>
            <a:pPr marL="800100" lvl="1" indent="-342900">
              <a:buSzPts val="1100"/>
              <a:buFont typeface="+mj-lt"/>
              <a:buAutoNum type="arabicPeriod"/>
            </a:pPr>
            <a:r>
              <a:rPr lang="en-US" dirty="0"/>
              <a:t>Savings Account: Must maintain a minimum balance.</a:t>
            </a:r>
          </a:p>
          <a:p>
            <a:pPr marL="800100" lvl="1" indent="-342900">
              <a:buSzPts val="1100"/>
              <a:buFont typeface="+mj-lt"/>
              <a:buAutoNum type="arabicPeriod"/>
            </a:pPr>
            <a:r>
              <a:rPr lang="en-US" dirty="0"/>
              <a:t>Current Account: Has an overdraft limit.</a:t>
            </a:r>
          </a:p>
          <a:p>
            <a:pPr marL="800100" lvl="1" indent="-342900">
              <a:buSzPts val="1100"/>
              <a:buFont typeface="+mj-lt"/>
              <a:buAutoNum type="arabicPeriod"/>
            </a:pPr>
            <a:r>
              <a:rPr lang="en-US" dirty="0"/>
              <a:t>Student Account: Has a per-transaction withdrawal limit.</a:t>
            </a:r>
            <a:endParaRPr lang="en-US" sz="1600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1600" dirty="0"/>
              <a:t>Provides a clear, menu-driven interface for both admins and customers.</a:t>
            </a:r>
            <a:endParaRPr lang="en-US" dirty="0"/>
          </a:p>
        </p:txBody>
      </p:sp>
      <p:grpSp>
        <p:nvGrpSpPr>
          <p:cNvPr id="1360" name="Google Shape;1360;p52"/>
          <p:cNvGrpSpPr/>
          <p:nvPr/>
        </p:nvGrpSpPr>
        <p:grpSpPr>
          <a:xfrm flipH="1">
            <a:off x="7035127" y="1713504"/>
            <a:ext cx="2791286" cy="2599651"/>
            <a:chOff x="-1466486" y="2736279"/>
            <a:chExt cx="2791286" cy="2599651"/>
          </a:xfrm>
        </p:grpSpPr>
        <p:sp>
          <p:nvSpPr>
            <p:cNvPr id="1361" name="Google Shape;1361;p52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2" name="Google Shape;1362;p52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363" name="Google Shape;1363;p52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2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454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3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897D7-7DCB-1B87-A443-184D66EDA1D0}"/>
              </a:ext>
            </a:extLst>
          </p:cNvPr>
          <p:cNvSpPr txBox="1"/>
          <p:nvPr/>
        </p:nvSpPr>
        <p:spPr>
          <a:xfrm>
            <a:off x="1266518" y="1307580"/>
            <a:ext cx="4315747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Technology: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Language: Java (JDK 24)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IDE: Apache NetBeans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Key Concepts: </a:t>
            </a:r>
          </a:p>
          <a:p>
            <a:pPr lvl="8" algn="just">
              <a:buClr>
                <a:schemeClr val="dk1"/>
              </a:buClr>
              <a:buSzPts val="1100"/>
            </a:pPr>
            <a:r>
              <a:rPr lang="en-US" dirty="0"/>
              <a:t>	1. Collections</a:t>
            </a:r>
          </a:p>
          <a:p>
            <a:pPr lvl="8" algn="just">
              <a:buClr>
                <a:schemeClr val="dk1"/>
              </a:buClr>
              <a:buSzPts val="1100"/>
            </a:pPr>
            <a:r>
              <a:rPr lang="en-US" dirty="0"/>
              <a:t>	2. Exception Handling</a:t>
            </a:r>
          </a:p>
          <a:p>
            <a:pPr lvl="8" algn="just">
              <a:buClr>
                <a:schemeClr val="dk1"/>
              </a:buClr>
              <a:buSzPts val="1100"/>
            </a:pPr>
            <a:r>
              <a:rPr lang="en-US" dirty="0"/>
              <a:t>	3. Input/Output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Core Structure: Bank class manages a collection of Account.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Account Types: Three concrete classes extending the abstract Account class, each with its own withdraw method implementation.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0516DA-44AF-12AB-3BF7-A63CEEFBF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079" y="1726164"/>
            <a:ext cx="3044109" cy="16911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tx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3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897D7-7DCB-1B87-A443-184D66EDA1D0}"/>
              </a:ext>
            </a:extLst>
          </p:cNvPr>
          <p:cNvSpPr txBox="1"/>
          <p:nvPr/>
        </p:nvSpPr>
        <p:spPr>
          <a:xfrm>
            <a:off x="1266518" y="1307580"/>
            <a:ext cx="431574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Key Feature: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Input source and destination account numbers.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Input the amount.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Validate both accounts exist.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Call withdraw() on the source account (which automatically checks its specific rules).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If successful, call deposit() on the destination account.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dirty="0"/>
              <a:t>Log the transaction in both accounts' histories.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85361-8329-2CB1-96DD-E364D11F2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497" y="1115500"/>
            <a:ext cx="2728451" cy="3338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830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54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3" name="Google Shape;1413;p54"/>
          <p:cNvSpPr txBox="1">
            <a:spLocks noGrp="1"/>
          </p:cNvSpPr>
          <p:nvPr>
            <p:ph type="subTitle" idx="2"/>
          </p:nvPr>
        </p:nvSpPr>
        <p:spPr>
          <a:xfrm>
            <a:off x="1044121" y="1384300"/>
            <a:ext cx="4560266" cy="281899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Login: (admin / admin123)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Savings Account for "John Doe" with ৳1000.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 The account is created successfully with a generated number.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Menu: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Deposit: Add ৳500 to the new account.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Transfer: Send ৳200 from this account to another pre-made account.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History: Show the transaction log with timestamps for the account.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35848B6-09D2-F031-3F5F-D160E0A27A6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72100" y="1327355"/>
            <a:ext cx="4665919" cy="3060290"/>
          </a:xfrm>
        </p:spPr>
        <p:txBody>
          <a:bodyPr/>
          <a:lstStyle/>
          <a:p>
            <a:r>
              <a:rPr lang="en-US" sz="2000" dirty="0"/>
              <a:t>What We Learned &amp; Achieved?</a:t>
            </a:r>
          </a:p>
          <a:p>
            <a:endParaRPr lang="en-US" sz="2000" dirty="0"/>
          </a:p>
          <a:p>
            <a:pPr algn="just"/>
            <a:r>
              <a:rPr lang="en-US" b="1" dirty="0"/>
              <a:t>Achievement: </a:t>
            </a:r>
          </a:p>
          <a:p>
            <a:pPr algn="just"/>
            <a:r>
              <a:rPr lang="en-US" b="1" dirty="0"/>
              <a:t>	</a:t>
            </a:r>
            <a:r>
              <a:rPr lang="en-US" dirty="0"/>
              <a:t>Successfully built a functional system applying all OOP principles.</a:t>
            </a:r>
          </a:p>
          <a:p>
            <a:pPr algn="just"/>
            <a:r>
              <a:rPr lang="en-US" b="1" dirty="0"/>
              <a:t>Learning Outcomes:</a:t>
            </a:r>
            <a:endParaRPr lang="en-US" dirty="0"/>
          </a:p>
          <a:p>
            <a:pPr algn="just"/>
            <a:r>
              <a:rPr lang="en-US" dirty="0"/>
              <a:t>	Stronger Java programming skills.</a:t>
            </a:r>
          </a:p>
          <a:p>
            <a:pPr algn="just"/>
            <a:r>
              <a:rPr lang="en-US" dirty="0"/>
              <a:t>	Deep understanding of OOP design.</a:t>
            </a:r>
          </a:p>
          <a:p>
            <a:pPr algn="just"/>
            <a:r>
              <a:rPr lang="en-US" dirty="0"/>
              <a:t>	Experience with team collaboration and project planning.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" name="Subtitle 14">
            <a:extLst>
              <a:ext uri="{FF2B5EF4-FFF2-40B4-BE49-F238E27FC236}">
                <a16:creationId xmlns:a16="http://schemas.microsoft.com/office/drawing/2014/main" id="{B00E98C7-BB61-BCC5-F013-20DE72C91F34}"/>
              </a:ext>
            </a:extLst>
          </p:cNvPr>
          <p:cNvSpPr txBox="1">
            <a:spLocks/>
          </p:cNvSpPr>
          <p:nvPr/>
        </p:nvSpPr>
        <p:spPr>
          <a:xfrm>
            <a:off x="872100" y="1327355"/>
            <a:ext cx="4665919" cy="3060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/>
              <a:t>How Can We Make It Better?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Future Improvements:</a:t>
            </a:r>
          </a:p>
          <a:p>
            <a:pPr algn="just"/>
            <a:r>
              <a:rPr lang="en-US" dirty="0"/>
              <a:t>	</a:t>
            </a:r>
          </a:p>
          <a:p>
            <a:pPr marL="482600" indent="-342900" algn="just">
              <a:buFont typeface="+mj-lt"/>
              <a:buAutoNum type="arabicPeriod"/>
            </a:pPr>
            <a:r>
              <a:rPr lang="en-US" dirty="0"/>
              <a:t>Database Integration: To save data permanently.</a:t>
            </a:r>
          </a:p>
          <a:p>
            <a:pPr marL="482600" indent="-342900" algn="just">
              <a:buFont typeface="+mj-lt"/>
              <a:buAutoNum type="arabicPeriod"/>
            </a:pPr>
            <a:r>
              <a:rPr lang="en-US" dirty="0"/>
              <a:t>GUI: A graphical user interface for better user experience.</a:t>
            </a:r>
          </a:p>
          <a:p>
            <a:pPr marL="482600" indent="-342900" algn="just">
              <a:buFont typeface="+mj-lt"/>
              <a:buAutoNum type="arabicPeriod"/>
            </a:pPr>
            <a:r>
              <a:rPr lang="en-US" dirty="0"/>
              <a:t>Enhanced Security: Password encryption and more user roles.</a:t>
            </a:r>
          </a:p>
          <a:p>
            <a:pPr marL="482600" indent="-342900" algn="just">
              <a:buFont typeface="+mj-lt"/>
              <a:buAutoNum type="arabicPeriod"/>
            </a:pPr>
            <a:r>
              <a:rPr lang="en-US" dirty="0"/>
              <a:t>Mobile/Web Application: Expanding the system's reach.</a:t>
            </a:r>
          </a:p>
        </p:txBody>
      </p:sp>
    </p:spTree>
    <p:extLst>
      <p:ext uri="{BB962C8B-B14F-4D97-AF65-F5344CB8AC3E}">
        <p14:creationId xmlns:p14="http://schemas.microsoft.com/office/powerpoint/2010/main" val="2761571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7"/>
          <p:cNvSpPr txBox="1">
            <a:spLocks noGrp="1"/>
          </p:cNvSpPr>
          <p:nvPr>
            <p:ph type="title"/>
          </p:nvPr>
        </p:nvSpPr>
        <p:spPr>
          <a:xfrm>
            <a:off x="1785600" y="1436400"/>
            <a:ext cx="5572800" cy="22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</a:t>
            </a:r>
            <a:br>
              <a:rPr lang="en" dirty="0"/>
            </a:br>
            <a:r>
              <a:rPr lang="en" dirty="0"/>
              <a:t> </a:t>
            </a:r>
            <a:r>
              <a:rPr lang="en" dirty="0">
                <a:solidFill>
                  <a:schemeClr val="lt1"/>
                </a:solidFill>
              </a:rPr>
              <a:t>You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456" name="Google Shape;1456;p57"/>
          <p:cNvGrpSpPr/>
          <p:nvPr/>
        </p:nvGrpSpPr>
        <p:grpSpPr>
          <a:xfrm>
            <a:off x="6874007" y="2571754"/>
            <a:ext cx="2471175" cy="2747975"/>
            <a:chOff x="7398357" y="-662077"/>
            <a:chExt cx="2471175" cy="2747975"/>
          </a:xfrm>
        </p:grpSpPr>
        <p:sp>
          <p:nvSpPr>
            <p:cNvPr id="1457" name="Google Shape;1457;p57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7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7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7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7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7"/>
          <p:cNvSpPr txBox="1">
            <a:spLocks noGrp="1"/>
          </p:cNvSpPr>
          <p:nvPr>
            <p:ph type="title"/>
          </p:nvPr>
        </p:nvSpPr>
        <p:spPr>
          <a:xfrm>
            <a:off x="1785600" y="1436400"/>
            <a:ext cx="5572800" cy="22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</a:t>
            </a:r>
            <a:br>
              <a:rPr lang="en" dirty="0"/>
            </a:br>
            <a:r>
              <a:rPr lang="en" dirty="0"/>
              <a:t> </a:t>
            </a:r>
            <a:r>
              <a:rPr lang="en" dirty="0">
                <a:solidFill>
                  <a:schemeClr val="lt1"/>
                </a:solidFill>
              </a:rPr>
              <a:t>Question?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456" name="Google Shape;1456;p57"/>
          <p:cNvGrpSpPr/>
          <p:nvPr/>
        </p:nvGrpSpPr>
        <p:grpSpPr>
          <a:xfrm>
            <a:off x="6874007" y="2571754"/>
            <a:ext cx="2471175" cy="2747975"/>
            <a:chOff x="7398357" y="-662077"/>
            <a:chExt cx="2471175" cy="2747975"/>
          </a:xfrm>
        </p:grpSpPr>
        <p:sp>
          <p:nvSpPr>
            <p:cNvPr id="1457" name="Google Shape;1457;p57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7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7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7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7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9205400"/>
      </p:ext>
    </p:extLst>
  </p:cSld>
  <p:clrMapOvr>
    <a:masterClrMapping/>
  </p:clrMapOvr>
</p:sld>
</file>

<file path=ppt/theme/theme1.xml><?xml version="1.0" encoding="utf-8"?>
<a:theme xmlns:a="http://schemas.openxmlformats.org/drawingml/2006/main" name="Topology - Master of Science in Mathematics by Slidesgo">
  <a:themeElements>
    <a:clrScheme name="Simple Light">
      <a:dk1>
        <a:srgbClr val="233251"/>
      </a:dk1>
      <a:lt1>
        <a:srgbClr val="34579E"/>
      </a:lt1>
      <a:dk2>
        <a:srgbClr val="36867D"/>
      </a:dk2>
      <a:lt2>
        <a:srgbClr val="70A19C"/>
      </a:lt2>
      <a:accent1>
        <a:srgbClr val="F1F1F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2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596</Words>
  <Application>Microsoft Office PowerPoint</Application>
  <PresentationFormat>On-screen Show (16:9)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Poppins SemiBold</vt:lpstr>
      <vt:lpstr>Poppins Medium</vt:lpstr>
      <vt:lpstr>Bebas Neue</vt:lpstr>
      <vt:lpstr>Wingdings</vt:lpstr>
      <vt:lpstr>Times New Roman</vt:lpstr>
      <vt:lpstr>Roboto</vt:lpstr>
      <vt:lpstr>Poppins</vt:lpstr>
      <vt:lpstr>Arial</vt:lpstr>
      <vt:lpstr>Topology - Master of Science in Mathematics by Slidesgo</vt:lpstr>
      <vt:lpstr>Project - Bank Management  System</vt:lpstr>
      <vt:lpstr>Table of contents</vt:lpstr>
      <vt:lpstr>PowerPoint Presentation</vt:lpstr>
      <vt:lpstr>Introduction</vt:lpstr>
      <vt:lpstr>Introduction</vt:lpstr>
      <vt:lpstr>Introduction</vt:lpstr>
      <vt:lpstr>Motivation &amp; Goal</vt:lpstr>
      <vt:lpstr>Motivation &amp; Goal</vt:lpstr>
      <vt:lpstr>Implementation</vt:lpstr>
      <vt:lpstr>Implementation</vt:lpstr>
      <vt:lpstr>Output</vt:lpstr>
      <vt:lpstr>Conclusion </vt:lpstr>
      <vt:lpstr>Conclusion </vt:lpstr>
      <vt:lpstr>Thank  You</vt:lpstr>
      <vt:lpstr>Any 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 Mahdi Hasan</cp:lastModifiedBy>
  <cp:revision>5</cp:revision>
  <dcterms:modified xsi:type="dcterms:W3CDTF">2025-09-09T18:18:44Z</dcterms:modified>
</cp:coreProperties>
</file>